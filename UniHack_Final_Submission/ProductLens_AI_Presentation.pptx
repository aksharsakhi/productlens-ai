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1. How does your solution enrich minimal product information?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Briefly explain how your solution transforms limited inputs (e.g., Part Number, Brand, Short Description) into rich product intelligence.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2. How does your solution ensure accuracy and trust in the generated product data?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your validation strategy. This may include: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(Confidence scoring, Multi-source verification, Human review, Rule-based validation, AI validation, Other approaches)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3. What makes your solution scalable for enterprise product catalogs?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how your solution would handle: Large product catalogs, New manufacturers, Different document formats, Continuous product updates</a:t>
            </a:r>
            <a:endParaRPr i="1" sz="1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 statemen</a:t>
            </a: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t given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