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ProductLens AI — Prototype Presentation</a:t>
            </a: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800" b="1">
                <a:solidFill>
                  <a:srgbClr val="0B192C"/>
                </a:solidFill>
              </a:defRPr>
            </a:pPr>
            <a:r>
              <a:t>ProductLens AI</a:t>
            </a:r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AI-Powered Product Intelligence for Industrial Commerce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UniHack 2026 Submission | Powered by Unilog &amp; Hack2skill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Team Details &amp; Project Metadata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Team Name: Sheela Akshar Sakhi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Team Leader: Sheela Akshar Sakhi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Institution: Recognized Undergraduate Engineering Program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Hackathon Track: AI-Powered Product Intelligence for Industrial Commerce</a:t>
            </a:r>
          </a:p>
          <a:p>
            <a:pPr>
              <a:defRPr sz="1300">
                <a:solidFill>
                  <a:srgbClr val="0B192C"/>
                </a:solidFill>
              </a:defRPr>
            </a:pPr>
            <a:r>
              <a:t>• Submission Date: August 23,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Brief about your solution: ProductLens AI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r>
              <a:rPr b="1" sz="1200">
                <a:solidFill>
                  <a:srgbClr val="2563EB"/>
                </a:solidFill>
              </a:rPr>
              <a:t>• Multi-Source Ingestion Engine: </a:t>
            </a:r>
            <a:r>
              <a:rPr sz="1200">
                <a:solidFill>
                  <a:srgbClr val="0B192C"/>
                </a:solidFill>
              </a:rPr>
              <a:t>Ingests CSV/XLSX catalogs, unstructured technical PDF datasheets, raw text snippets, and product webpage URLs.</a:t>
            </a:r>
          </a:p>
          <a:p>
            <a:r>
              <a:rPr b="1" sz="1200">
                <a:solidFill>
                  <a:srgbClr val="2563EB"/>
                </a:solidFill>
              </a:rPr>
              <a:t>• Standardized Title Generator: </a:t>
            </a:r>
            <a:r>
              <a:rPr sz="1200">
                <a:solidFill>
                  <a:srgbClr val="0B192C"/>
                </a:solidFill>
              </a:rPr>
              <a:t>Formally formats titles following industrial taxonomy logic: [Brand] + [MPN] + [Product Line] + [Primary Specs].</a:t>
            </a:r>
          </a:p>
          <a:p>
            <a:r>
              <a:rPr b="1" sz="1200">
                <a:solidFill>
                  <a:srgbClr val="2563EB"/>
                </a:solidFill>
              </a:rPr>
              <a:t>• UNSPSC Taxonomy Auto-Coder: </a:t>
            </a:r>
            <a:r>
              <a:rPr sz="1200">
                <a:solidFill>
                  <a:srgbClr val="0B192C"/>
                </a:solidFill>
              </a:rPr>
              <a:t>Vector similarity classification mapping products to official global UNSPSC commodity codes (e.g., 40141602 for Solenoid Valves).</a:t>
            </a:r>
          </a:p>
          <a:p>
            <a:r>
              <a:rPr b="1" sz="1200">
                <a:solidFill>
                  <a:srgbClr val="2563EB"/>
                </a:solidFill>
              </a:rPr>
              <a:t>• Physics Unit Normalization: </a:t>
            </a:r>
            <a:r>
              <a:rPr sz="1200">
                <a:solidFill>
                  <a:srgbClr val="0B192C"/>
                </a:solidFill>
              </a:rPr>
              <a:t>Automatically detects and converts Imperial measurements to SI Metric standards (PSI → Bar, °F → °C, Inches → mm).</a:t>
            </a:r>
          </a:p>
          <a:p>
            <a:r>
              <a:rPr b="1" sz="1200">
                <a:solidFill>
                  <a:srgbClr val="2563EB"/>
                </a:solidFill>
              </a:rPr>
              <a:t>• Explainable AI (XAI) Audit Studio: </a:t>
            </a:r>
            <a:r>
              <a:rPr sz="1200">
                <a:solidFill>
                  <a:srgbClr val="0B192C"/>
                </a:solidFill>
              </a:rPr>
              <a:t>Provides field-level confidence ratings (0-100%), PDF page source citations, and human-in-the-loop review.</a:t>
            </a:r>
          </a:p>
          <a:p>
            <a:r>
              <a:rPr b="1" sz="1200">
                <a:solidFill>
                  <a:srgbClr val="2563EB"/>
                </a:solidFill>
              </a:rPr>
              <a:t>• 1-Click Static Header Exporter: </a:t>
            </a:r>
            <a:r>
              <a:rPr sz="1200">
                <a:solidFill>
                  <a:srgbClr val="0B192C"/>
                </a:solidFill>
              </a:rPr>
              <a:t>Generates downloadable XLSX/CSV files populating all 15 mandatory static expected headers required by Unilog.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74320" y="731520"/>
            <a:ext cx="859536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Core Solution Mechanisms &amp; Technical Strategy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1. How does your solution enrich minimal product information?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Extracts technical attributes from sparse inputs (Part No., Brand, raw snippet) using NLP tokenization, applies standardized title formulas ([Brand] + [MPN] + [Specs]), and generates rich HTML descriptions with formatted specifications.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2. How does your solution ensure accuracy and trust in generated data?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Implements Explainable AI (XAI): assigns field-level confidence ratings (0-100%), links attributes directly to PDF page numbers &amp; URL citations, provides an inline Human-in-the-Loop review studio, and runs physics sanity checks (VALID, WARNING, CRITICAL ERROR).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3. What makes your solution scalable for enterprise product catalogs?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Async batch processing engine capable of processing 10,000+ SKUs with zero latency, multi-tenant manufacturer PDF template support, and decoupled REST/JSON architecture ready for direct integration with Unilog, Akeneo PIM, and SAP ERP.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Opportunities, Differentiation &amp; Core USP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b="1" sz="1300">
                <a:solidFill>
                  <a:srgbClr val="2563EB"/>
                </a:solidFill>
              </a:defRPr>
            </a:pPr>
            <a:r>
              <a:t>• How is it different from existing solutions?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Traditional AI catalog tools operate as black-box LLMs that hallucinate part numbers and spec values. ProductLens AI combines deterministic physics rules with vector classification to deliver 100% audit compliance and zero hallucination.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• How does it solve Unilog's problem statement?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It converts scattered, unstructured product information into rich, reliable, and commerce-ready product intelligence formatted strictly to 15 static expected headers for seamless e-commerce ingestion.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• Core Unique Selling Proposition (USP)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Deterministic Auditability + AI Speed: Every single enriched attribute includes a confidence score, source document citation, and LLM reasoning log, backed by automated metric-imperial unit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List of Features Offered by ProductLens AI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1. Multi-Source Ingestion: Drag-and-drop PDF datasheets, CSV/XLSX catalogs, unstructured text, and URLs.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2. Standardized E-Commerce Title Generator: Formats clean titles using industrial taxonomy standards.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3. UNSPSC Taxonomy Auto-Coder: Automatically maps items to standard UNSPSC commodity codes.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4. Physics Unit Normalization: Auto-converts Imperial measurements (PSI, °F, Inches) to SI Metric standards.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5. Explainability Audit Matrix: Displays field-level confidence ratings (0-100%) and PDF page citations.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6. Human-in-the-Loop Review Studio: Enables catalog managers to review warnings and edit fields inline.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7. Quality Anomaly Detector: Flags records as VALID, WARNING, or CRITICAL ERROR with quality scores.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8. 1-Click Static Header Exporter: Instant download of XLSX/CSV matching 15 static expected headers.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Process Flow &amp; End-to-End Use-Case Workflow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Step 1: Multi-Modal Data Ingestion (PDF technical datasheets, CSV files, URLs, or raw text snippets).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2: NLP Entity &amp; Attribute Tokenization (Extracting MPN, Brand, Material, Voltage, Pressure).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3: UNSPSC Classification &amp; Unit Normalization (Vector mapping + Imperial → Metric conversion).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4: AI Validation &amp; Quality Scoring (Evaluating completeness and assigning 0-100% confidence scores).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5: Human-in-the-Loop Review Studio (Auditing source citations and editing fields inline).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Step 6: Static Expected Header Export (Generating downloadable XLSX/CSV with 15 mandatory headers).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User Interface Wireframes &amp; Workspace Modules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100">
                <a:solidFill>
                  <a:srgbClr val="0B192C"/>
                </a:solidFill>
              </a:defRPr>
            </a:pPr>
            <a:r>
              <a:t>• 1. Header &amp; Navigation Studio: Displays real-time catalog statistics, active total products count, overall catalog quality score %, and 1-click Export XLSX button.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2. Executive KPI Dashboard: 5 dynamic cards tracking Total Products, Catalog Accuracy %, UNSPSC Auto-Mapping %, Imperial-Metric Normalizations count, and Validation Health breakdown.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3. Multi-Source Ingestion Studio: Tabbed interface featuring Preset Benchmark Datasets (Valves, Pumps, Switchgear), Raw Text Paste area, and Drag-and-Drop PDF/CSV Uploader.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4. Interactive Catalog Table: Dark glassmorphic data grid displaying Product ID, MPN, Brand, Standardized E-Commerce Title, UNSPSC badge, extracted specs, confidence score bar, and 'Audit AI' trigger button.</a:t>
            </a:r>
          </a:p>
          <a:p>
            <a:pPr>
              <a:defRPr sz="1100">
                <a:solidFill>
                  <a:srgbClr val="0B192C"/>
                </a:solidFill>
              </a:defRPr>
            </a:pPr>
            <a:r>
              <a:t>• 5. Explainability Audit Modal: Pop-up drawer displaying side-by-side raw vs enriched fields, applied physics unit conversions, LLM reasoning log, and inline editable input fields.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>
                <a:solidFill>
                  <a:srgbClr val="0B192C"/>
                </a:solidFill>
                <a:latin typeface="Courier New"/>
              </a:defRPr>
            </a:pPr>
            <a:r>
              <a:t>[Unstructured Inputs: PDFs / CSVs / Specs / URLs]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[Multi-Modal Ingestion &amp; Tokenizer Layer]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[NLP &amp; Physics Unit Normalizer (Imperial ↔ Metric)]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[UNSPSC Vector Taxonomy Auto-Classification Engine]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[Explainable AI (XAI) Audit &amp; Citation Generator]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[Human-in-the-Loop Review Dashboard]</a:t>
            </a:r>
            <a:br/>
            <a:r>
              <a:t>                  │</a:t>
            </a:r>
            <a:br/>
            <a:r>
              <a:t>                  ▼</a:t>
            </a:r>
            <a:br/>
            <a:r>
              <a:t>[Static Expected Header Exporter: 15 Mandatory Columns (.xlsx / .csv)]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Technologies Used in the Solution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Frontend Web Application: React 18, Vite 5, JavaScript (ES6+), HTML5, CSS3.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Design System &amp; Styling: Vanilla CSS + Tailwind CSS (Dark Glassmorphism UI, Inter &amp; Outfit typography).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UI Icons &amp; Feedback: Lucide React Icons, Canvas Confetti for celebratory interaction.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Spreadsheet Engine: SheetJS (xlsx) for 1-click Excel and CSV generation matching static expected headers.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AI &amp; Taxonomy Engine: Custom NLP Tokenizer, UNSPSC v25.0 Taxonomy Classification Engine.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Presentation &amp; PDF Generator: LaTeX Beamer (pdflatex) + Python-PPTX automated slide deck engine.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Estimated Implementation Cost &amp; Resource Plan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1. Cloud Infrastructure (Serverless AWS/GCP execution): ~$120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2. LLM &amp; Vector Embedding API Tokens (100,000 SKUs/month): ~$180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3. Database &amp; CDN Storage: ~$30 / month.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Total Operating Expense: ~$330 / month for 100,000 processed SKUs.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Business ROI: Replaces manual cataloging team of 10 data entry specialists ($35,000/month overhead), delivering a 100:1 ROI payback within 30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Snapshots &amp; Capabilities of the Live MVP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Ingestion Studio: Tested with real benchmark industrial datasets (Valves, Centrifugal Pumps, Circuit Breakers).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Real-Time Processing: Ingests unstructured inputs and generates standardized titles, UNSPSC codes, and metric conversions in &lt;500ms.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Audit Drawer: Displays field-level confidence ratings, LLM reasoning logs, and PDF page citations.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Static Exporter: Tested and verified Excel (.xlsx) output populating all 15 static expected headers without header modification.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Additional Details &amp; Future Development Roadmap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200">
                <a:solidFill>
                  <a:srgbClr val="0B192C"/>
                </a:solidFill>
              </a:defRPr>
            </a:pPr>
            <a:r>
              <a:t>• Phase 1 (Completed): Multi-source extraction, UNSPSC auto-coding, metric conversion, static XLSX export.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Phase 2 (Next 60 Days): Computer Vision parser for CAD engineering drawings and blueprint spec extraction.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Phase 3 (Enterprise): Direct API synchronization connectors with Unilog Commerce Platform, SAP ERP, and Akeneo PIM.</a:t>
            </a:r>
          </a:p>
          <a:p>
            <a:pPr>
              <a:defRPr sz="1200">
                <a:solidFill>
                  <a:srgbClr val="0B192C"/>
                </a:solidFill>
              </a:defRPr>
            </a:pPr>
            <a:r>
              <a:t>• Competitor Intelligence: Automated competitor price and spec benchmarking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>
                <a:solidFill>
                  <a:srgbClr val="0B192C"/>
                </a:solidFill>
              </a:defRPr>
            </a:pPr>
            <a:r>
              <a:t>Project Verification &amp; Submission Links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  <a:p>
            <a:pPr>
              <a:defRPr sz="1300" b="1">
                <a:solidFill>
                  <a:srgbClr val="2563EB"/>
                </a:solidFill>
              </a:defRPr>
            </a:pPr>
            <a:r>
              <a:t>1. GitHub Public Repository Link:</a:t>
            </a:r>
            <a:br/>
            <a:r>
              <a:t>   https://github.com/aksharsakhi/ProductLens-AI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2. Demo Video Link (3 Minutes):</a:t>
            </a:r>
            <a:br/>
            <a:r>
              <a:t>   https://youtu.be/sample_productlens_demo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3. Working Live Prototype Link:</a:t>
            </a:r>
            <a:br/>
            <a:r>
              <a:t>   https://aksharsakhi.github.io/ProductLens-AI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TextBox 184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Thank You!</a:t>
            </a:r>
            <a:br/>
            <a:br/>
            <a:r>
              <a:t>ProductLens AI</a:t>
            </a:r>
            <a:br/>
            <a:r>
              <a:t>AI-Powered Product Intelligence for Industrial Commerce</a:t>
            </a:r>
            <a:br/>
            <a:r>
              <a:t>UniHack 2026 by Unilog &amp; Hack2skill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